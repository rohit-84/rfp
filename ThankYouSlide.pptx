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62" y="10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CB2ED-6482-A4F2-3D76-4DEF76E61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9D4D10-6D38-7B22-BD21-C7AEE031C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E38AA-FDB8-0506-ACA3-098257C2E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8EC7-2882-4DA8-A3DB-F4E82F4500D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F5CEE-BA4C-D60A-48FA-C86A16966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537C-83DF-5495-4ADE-93CF8086F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7E756-D110-405B-B04A-56C6D39FF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995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62F9F-9834-BF7E-FBAA-157DBDDC1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804C7-E637-DDE0-40A1-F8417F5D6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0919D-2A69-D05D-ED13-10C4A76F9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8EC7-2882-4DA8-A3DB-F4E82F4500D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C8DEC-83A9-B3E6-F976-2256DC079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D0C39-DE76-FAAC-6FF1-E08C6F6A3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7E756-D110-405B-B04A-56C6D39FF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33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C977C-D349-813D-1DEA-A7C8CD330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12197-6C4B-FA3F-6265-AA6170690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07D4B-412D-0D8C-1B8D-6119ABF5D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8EC7-2882-4DA8-A3DB-F4E82F4500D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13AD4-31F7-E582-248F-05AA112BB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EC6F-267D-3E58-65A0-C0F9A686C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7E756-D110-405B-B04A-56C6D39FF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736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5E50F-F571-88F9-06D5-F33C0A68F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5B8B2-7DDE-3CC7-C146-DFBC37F7C6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DD247-7F7D-7C37-6527-93E5AA15B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0CBEE-B5D1-C1C6-8A8E-197D8C682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8EC7-2882-4DA8-A3DB-F4E82F4500D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42837-0D21-D363-BF81-6E6A8D126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098838-DB82-EC19-0C4E-17A847428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7E756-D110-405B-B04A-56C6D39FF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570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1BD2C-4F95-C49D-3256-DB3588CC2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B6186-339A-663C-F28A-46B4FBA70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D4D229-008E-6423-B77E-85CD93A16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AE97CB-7FA8-3541-FA97-995B485A52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5C2693-052D-8E4D-8CE1-8E3B64D9D5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02B754-09DD-C972-A459-57CA18EDB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8EC7-2882-4DA8-A3DB-F4E82F4500D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73E777-EDB4-D898-7FC7-039E32BBC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90FCBB-CD4B-960F-5CB1-111123A3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7E756-D110-405B-B04A-56C6D39FF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93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7A7DB-4524-512C-9652-ADCFE981B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191385-53D9-9D35-E233-BC4393B22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8EC7-2882-4DA8-A3DB-F4E82F4500D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E5FC5E-080D-C128-8478-B4029302D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1D7F1-B47E-808E-5476-976E82463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7E756-D110-405B-B04A-56C6D39FF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53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73B1F8-391A-FE68-4B47-6BAFAF641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8EC7-2882-4DA8-A3DB-F4E82F4500D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79B8AF-5A06-8D6D-63A4-F65E685BE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F6402-D711-AC00-2D42-2B84BE80A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7E756-D110-405B-B04A-56C6D39FF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942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9BAC3-11A0-54C8-B66E-81DC6FC3B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71776-3A3E-078A-E63F-32A1124EA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62F49C-08A8-8B05-52F1-2FDA6A4B0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0420A-C7FC-3597-5AC7-B1485573D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8EC7-2882-4DA8-A3DB-F4E82F4500D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9BD35-245B-BAE7-5B90-91CED5978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B1661-BF68-D46B-8F35-E70A8C61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7E756-D110-405B-B04A-56C6D39FF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697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E304D-971B-2F96-B3AB-83A1A626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80C707-1403-4D49-A515-4BA12E651A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BC262B-CD4D-D6AF-3AF9-751885087D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9BF68D-52D3-3926-72D8-5FEBB3EF9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8EC7-2882-4DA8-A3DB-F4E82F4500D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6E720-1760-900A-9869-C8CD77BF6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6F187C-2647-9B8E-458C-8CA5F727C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7E756-D110-405B-B04A-56C6D39FF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296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B95C8-8677-55B2-BDF4-A78B51D3A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04BF76-CEE4-E326-E540-7DD020C58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A4F31-B505-7EB2-C970-5882C2769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8EC7-2882-4DA8-A3DB-F4E82F4500D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06013-4F76-E0C8-ADC7-978E54980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E8735-8DB5-43FC-2E2D-9AE18E0B7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7E756-D110-405B-B04A-56C6D39FF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000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05C4D1-103C-C852-7AE3-EB51A5FCB2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82686F-FC30-4B77-46D2-9D7AE2513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68C5C-CDF7-F540-5303-B51A5F8CD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8EC7-2882-4DA8-A3DB-F4E82F4500D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BFD42-8B40-0928-EF47-8FB71628F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D5DCA-007C-7624-3FD0-B0E01A073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7E756-D110-405B-B04A-56C6D39FF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736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48CF3F-C310-A798-3FC5-A1091EC24F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440974-A0F0-F14F-D260-E09DA671DC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12" r="2103"/>
          <a:stretch/>
        </p:blipFill>
        <p:spPr>
          <a:xfrm flipH="1">
            <a:off x="1133473" y="657276"/>
            <a:ext cx="11058523" cy="62007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F3F5F4-3820-5854-232F-CF1E10F6076E}"/>
              </a:ext>
            </a:extLst>
          </p:cNvPr>
          <p:cNvSpPr/>
          <p:nvPr userDrawn="1"/>
        </p:nvSpPr>
        <p:spPr>
          <a:xfrm>
            <a:off x="0" y="5356860"/>
            <a:ext cx="6316980" cy="150113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7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itle 9">
            <a:extLst>
              <a:ext uri="{FF2B5EF4-FFF2-40B4-BE49-F238E27FC236}">
                <a16:creationId xmlns:a16="http://schemas.microsoft.com/office/drawing/2014/main" id="{D8F65E62-9E12-E8D7-865F-63444E099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94882" y="2772942"/>
            <a:ext cx="3340981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/>
              <a:t>Thank You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56F3D45-5EAC-4C21-F481-6DE499569FED}"/>
              </a:ext>
            </a:extLst>
          </p:cNvPr>
          <p:cNvGrpSpPr/>
          <p:nvPr userDrawn="1"/>
        </p:nvGrpSpPr>
        <p:grpSpPr>
          <a:xfrm>
            <a:off x="445174" y="2002465"/>
            <a:ext cx="3741293" cy="2851865"/>
            <a:chOff x="435649" y="2002465"/>
            <a:chExt cx="3741293" cy="28518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4BBC4C9-BF64-FF98-1BA8-5D5E88D82874}"/>
                </a:ext>
              </a:extLst>
            </p:cNvPr>
            <p:cNvSpPr txBox="1"/>
            <p:nvPr userDrawn="1"/>
          </p:nvSpPr>
          <p:spPr>
            <a:xfrm>
              <a:off x="2111803" y="2805752"/>
              <a:ext cx="2065139" cy="12464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IN" sz="2500" dirty="0">
                  <a:solidFill>
                    <a:schemeClr val="bg1"/>
                  </a:solidFill>
                </a:rPr>
                <a:t>Purposeful. </a:t>
              </a:r>
            </a:p>
            <a:p>
              <a:r>
                <a:rPr lang="en-IN" sz="2500" dirty="0">
                  <a:solidFill>
                    <a:schemeClr val="bg1"/>
                  </a:solidFill>
                </a:rPr>
                <a:t>Agile.</a:t>
              </a:r>
            </a:p>
            <a:p>
              <a:r>
                <a:rPr lang="en-IN" sz="2500" dirty="0">
                  <a:solidFill>
                    <a:schemeClr val="bg1"/>
                  </a:solidFill>
                </a:rPr>
                <a:t>Innovation.</a:t>
              </a:r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F7F503BC-179B-60BB-18AE-1BF86005C2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435649" y="2002465"/>
              <a:ext cx="3074351" cy="2851865"/>
            </a:xfrm>
            <a:custGeom>
              <a:avLst/>
              <a:gdLst>
                <a:gd name="connsiteX0" fmla="*/ 0 w 3074351"/>
                <a:gd name="connsiteY0" fmla="*/ 0 h 2851865"/>
                <a:gd name="connsiteX1" fmla="*/ 3074351 w 3074351"/>
                <a:gd name="connsiteY1" fmla="*/ 0 h 2851865"/>
                <a:gd name="connsiteX2" fmla="*/ 3074351 w 3074351"/>
                <a:gd name="connsiteY2" fmla="*/ 883610 h 2851865"/>
                <a:gd name="connsiteX3" fmla="*/ 1603216 w 3074351"/>
                <a:gd name="connsiteY3" fmla="*/ 883610 h 2851865"/>
                <a:gd name="connsiteX4" fmla="*/ 1603216 w 3074351"/>
                <a:gd name="connsiteY4" fmla="*/ 2030732 h 2851865"/>
                <a:gd name="connsiteX5" fmla="*/ 3074351 w 3074351"/>
                <a:gd name="connsiteY5" fmla="*/ 2030732 h 2851865"/>
                <a:gd name="connsiteX6" fmla="*/ 3074351 w 3074351"/>
                <a:gd name="connsiteY6" fmla="*/ 2851865 h 2851865"/>
                <a:gd name="connsiteX7" fmla="*/ 0 w 3074351"/>
                <a:gd name="connsiteY7" fmla="*/ 2851865 h 2851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74351" h="2851865">
                  <a:moveTo>
                    <a:pt x="0" y="0"/>
                  </a:moveTo>
                  <a:lnTo>
                    <a:pt x="3074351" y="0"/>
                  </a:lnTo>
                  <a:lnTo>
                    <a:pt x="3074351" y="883610"/>
                  </a:lnTo>
                  <a:lnTo>
                    <a:pt x="1603216" y="883610"/>
                  </a:lnTo>
                  <a:lnTo>
                    <a:pt x="1603216" y="2030732"/>
                  </a:lnTo>
                  <a:lnTo>
                    <a:pt x="3074351" y="2030732"/>
                  </a:lnTo>
                  <a:lnTo>
                    <a:pt x="3074351" y="2851865"/>
                  </a:lnTo>
                  <a:lnTo>
                    <a:pt x="0" y="2851865"/>
                  </a:lnTo>
                  <a:close/>
                </a:path>
              </a:pathLst>
            </a:custGeom>
          </p:spPr>
        </p:pic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AA79BA81-1C3F-8CAB-7C8C-8EF04F66673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85124" y="503024"/>
            <a:ext cx="2776539" cy="15425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439B982-1E5B-84C7-D10C-979C0DD5009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9863" y="339385"/>
            <a:ext cx="4987714" cy="49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005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ACD844-47F8-19E9-0C62-FC3F2EAA3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4388A-D247-C1B6-B43D-5B9A09D21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6B951-53FF-82AE-4A8F-36FC573705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3A8EC7-2882-4DA8-A3DB-F4E82F4500D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E9E65-D8D1-C1D8-3F6F-97B930374A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3E07D-16B2-0ADB-E77C-4821078C1F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37E756-D110-405B-B04A-56C6D39FF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287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D489BA4-5ED2-C4A7-38EE-0082661B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6757" y="2772942"/>
            <a:ext cx="3340981" cy="1325563"/>
          </a:xfrm>
        </p:spPr>
        <p:txBody>
          <a:bodyPr>
            <a:normAutofit/>
          </a:bodyPr>
          <a:lstStyle/>
          <a:p>
            <a:pPr algn="r"/>
            <a:r>
              <a:rPr lang="en-US" sz="4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27632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Karthikeyen Nair</dc:creator>
  <cp:lastModifiedBy>Karthikeyen Nair</cp:lastModifiedBy>
  <cp:revision>1</cp:revision>
  <dcterms:created xsi:type="dcterms:W3CDTF">2025-10-27T08:34:58Z</dcterms:created>
  <dcterms:modified xsi:type="dcterms:W3CDTF">2025-10-27T08:35:14Z</dcterms:modified>
</cp:coreProperties>
</file>